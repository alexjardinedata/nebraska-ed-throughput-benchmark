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48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0:00–0:30. Lincoln is a two-system town, and Bryan is the region's pressure-release valve — a Level II trauma center absorbing demand the rest of the region can't. I wanted to know how much of that story is visible in public data, so I built an ED throughput benchmark from CMS hospital quality files — every Medicare-certified hospital in Nebraska, including all of Bryan's network and its competitor. The question I set up was deliberately testable: better throughput, and does it survive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0:30–1:30. Three things came out of the data. One: Bryan moves ED patients 45 minutes faster than St. Elizabeth, despite a higher volume class. Two: that speed holds across the whole acute network — all three facilities beat the state acute average. Three: a second indicator confirms it — essentially zero patients leave Bryan EDs without being seen. So the answer to the question I posed is yes, and it survives the controls. Now the evidence behind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1:30–2:30. Every bar is a hospital; blue is Bryan's network, orange is the Lincoln competitor, gray is the benchmark. The honest benchmark matters: the raw statewide average looks like 118, but that's diluted by 62 small critical-access hospitals. Like-for-like, acute vs acute, the average is 141.6 — and Bryan sits at 117, with its regional facilities at 105 and 108. And Bryan does this as one of only three very-high-volume EDs in the state. Choosing the right comparison set is part of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2:30–3:15. One metric can mislead, so I checked a second, independent indicator: the share of patients who leave before being seen — that's demand exceeding capacity made visible. CMS reports zero across every Bryan facility, against 1.0% at St. Elizabeth and 1.24% for acute hospitals statewide. I present it as CMS-reported zero — it may round from a small true rate, and the first thing I'd do internally is validate it against registration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3:15–4:00. Quick method note: the raw CMS files are genuinely messy — numeric and categorical values mixed in one column, Not Available strings, footnoted suppression, and leading-zero facility IDs that are the join key. I built a typed, documented pipeline in Power Query, modeled it as a star schema, wrote explicit DAX measures, and validated identical results in Excel and Power BI. And the honest limit: these are discharged-patient medians. Boarding, behavioral-health holds, diversion — none of it is public. That's exactly where I'd go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4:00–5:00. Public data shows Bryan absorbing Lincoln's demand efficiently. The strategic question is how much headroom remains — Nebraska's Medicaid work requirements took effect May 1, projected to disenroll 16 to 30 thousand people, and that demand converts to uninsured, unscheduled ED visits. So three things I'd build first: quantify behavioral-health boarding from Epic ADT data; a coverage-loss early-warning monitor tracking payer mix against disenrollment waves; and a 7-to-14-day census forecast to flex staffing — which is structurally the athlete-availability forecasting problem I solved for ten years, in a new domain. Success looks like fewer premium-labor hours at equal or better throughput.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LINCOLN ED THROUGHPUT BENCHMARK  ·  CMS PUBLIC DATA  ·  JUNE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Bryan absorbs Lincoln's ED demand faster than its competitor — </a:t>
            </a:r>
            <a:r>
              <a:rPr lang="en-US" sz="3200" b="1" dirty="0">
                <a:solidFill>
                  <a:srgbClr val="7FB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higher volume.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question is how much headroom remains as Medicaid coverage losses arrive.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8046720" cy="1143000"/>
          </a:xfrm>
          <a:prstGeom prst="roundRect">
            <a:avLst>
              <a:gd name="adj" fmla="val 5600"/>
            </a:avLst>
          </a:prstGeom>
          <a:solidFill>
            <a:srgbClr val="1C3354"/>
          </a:solidFill>
          <a:ln w="12700">
            <a:solidFill>
              <a:srgbClr val="2E4B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BUSINESS QUESTION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36576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Bryan's ED network show measurably better throughput than its Lincoln competitor and Nebraska acute-care peers in public CMS data — and does that finding hold after controlling for volume class and facility type?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Jardine  ·  alexjardinedata.github.io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findings — every slide after this supports one of them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606040" cy="3154680"/>
          </a:xfrm>
          <a:prstGeom prst="roundRect">
            <a:avLst>
              <a:gd name="adj" fmla="val 2456"/>
            </a:avLst>
          </a:prstGeom>
          <a:solidFill>
            <a:srgbClr val="F4F7FB"/>
          </a:solidFill>
          <a:ln w="12700">
            <a:solidFill>
              <a:srgbClr val="D9E1EA"/>
            </a:solidFill>
            <a:prstDash val="solid"/>
          </a:ln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9808" y="1463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6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117 vs 162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49808" y="21762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ED MINUTES — BRYAN VS. ST. ELIZABETH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49808" y="26974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 (~28%) faster than the only Lincoln competitor — while operating in a higher ED volume class (“very high” vs. “medium”).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234440"/>
            <a:ext cx="2606040" cy="3154680"/>
          </a:xfrm>
          <a:prstGeom prst="roundRect">
            <a:avLst>
              <a:gd name="adj" fmla="val 2456"/>
            </a:avLst>
          </a:prstGeom>
          <a:solidFill>
            <a:srgbClr val="F4F7FB"/>
          </a:solidFill>
          <a:ln w="12700">
            <a:solidFill>
              <a:srgbClr val="D9E1EA"/>
            </a:solidFill>
            <a:prstDash val="solid"/>
          </a:ln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38728" y="1463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6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of 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38728" y="21762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BRYAN ACUTE FACILITIES UNDER THE NE ACUTE AVG (141.6)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38728" y="26974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Network-wide, not a flagship outlier: Grand Island 105, Kearney 108, Bryan 117 — facilities acquired in 2019 and 2022 run the same playbook.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234440"/>
            <a:ext cx="2606040" cy="3154680"/>
          </a:xfrm>
          <a:prstGeom prst="roundRect">
            <a:avLst>
              <a:gd name="adj" fmla="val 2456"/>
            </a:avLst>
          </a:prstGeom>
          <a:solidFill>
            <a:srgbClr val="F4F7FB"/>
          </a:solidFill>
          <a:ln w="12700">
            <a:solidFill>
              <a:srgbClr val="D9E1EA"/>
            </a:solidFill>
            <a:prstDash val="solid"/>
          </a:ln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27648" y="1463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7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327648" y="21762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WITHOUT BEING SEEN — ALL BRYAN FACILITIES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27648" y="26974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second, independent indicator agrees. St. Elizabeth: 1.0%. Statewide acute average: 1.24%. Walkouts are demand exceeding capacity, made visible.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to the business question: yes — and it holds after both controls.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CMS Timely &amp; Effective Care, OP_18b, Nebraska subset, June 2026  ·  Power BI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30E112-174F-5F1B-52A5-5A1292AE5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" y="0"/>
            <a:ext cx="9141658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CMS-reported 0.0% may round from a small true rate — would validate against internal registration data.  Source: CMS OP_22, NE subset, June 2026.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253D00-7FA9-1F4C-4AE8-592D9E4C5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5"/>
            <a:ext cx="9144000" cy="47660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end-to-end and validated twice — and honest about what public data can't see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481328" cy="1051560"/>
          </a:xfrm>
          <a:prstGeom prst="roundRect">
            <a:avLst>
              <a:gd name="adj" fmla="val 5217"/>
            </a:avLst>
          </a:prstGeom>
          <a:solidFill>
            <a:srgbClr val="F4F7FB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raw CSV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1700784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types, “Not Available”, footnotes, leading-zero keys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993392" y="16276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7A6"/>
                </a:solidFill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12848" y="1325880"/>
            <a:ext cx="1481328" cy="1051560"/>
          </a:xfrm>
          <a:prstGeom prst="roundRect">
            <a:avLst>
              <a:gd name="adj" fmla="val 5217"/>
            </a:avLst>
          </a:prstGeom>
          <a:solidFill>
            <a:srgbClr val="F4F7FB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304288" y="14173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304288" y="1700784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typed, documented cleaning pipeline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3657600" y="16276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7A6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77056" y="1325880"/>
            <a:ext cx="1481328" cy="1051560"/>
          </a:xfrm>
          <a:prstGeom prst="roundRect">
            <a:avLst>
              <a:gd name="adj" fmla="val 5217"/>
            </a:avLst>
          </a:prstGeom>
          <a:solidFill>
            <a:srgbClr val="F4F7FB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68496" y="14173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968496" y="1700784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dimension + long-format fact table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5321808" y="16276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7A6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541264" y="1325880"/>
            <a:ext cx="1481328" cy="1051560"/>
          </a:xfrm>
          <a:prstGeom prst="roundRect">
            <a:avLst>
              <a:gd name="adj" fmla="val 5217"/>
            </a:avLst>
          </a:prstGeom>
          <a:solidFill>
            <a:srgbClr val="F4F7FB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32704" y="14173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+ DAX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32704" y="1700784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measures, unit-correct formats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6986016" y="16276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7A6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205472" y="1325880"/>
            <a:ext cx="1481328" cy="1051560"/>
          </a:xfrm>
          <a:prstGeom prst="roundRect">
            <a:avLst>
              <a:gd name="adj" fmla="val 5217"/>
            </a:avLst>
          </a:prstGeom>
          <a:solidFill>
            <a:srgbClr val="14253D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96912" y="14173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296912" y="1700784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results, Excel ↔ Power BI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548640" y="2697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PUBLIC DATA CANNOT SEE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017520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Medians cover discharged ED patients only — boarding of admitted patients is invisible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Behavioral-health holds, diversion hours, and door-to-provider times exist only in Epic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facility reports the full measure set; absence often means “not applicable,” not failure — Merrick (critical access) reports the least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Bryan East and West share one CMS certification number — campus-level analysis needs internal data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 I'd take to internal data first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loss doesn't reduce demand — it converts scheduled care into unscheduled ED visits. Bryan is the region's catch basin.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8046720" cy="932688"/>
          </a:xfrm>
          <a:prstGeom prst="roundRect">
            <a:avLst>
              <a:gd name="adj" fmla="val 5882"/>
            </a:avLst>
          </a:prstGeom>
          <a:solidFill>
            <a:srgbClr val="1C3354"/>
          </a:solidFill>
          <a:ln w="12700">
            <a:solidFill>
              <a:srgbClr val="2E4B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755648"/>
            <a:ext cx="438912" cy="438912"/>
          </a:xfrm>
          <a:prstGeom prst="ellipse">
            <a:avLst/>
          </a:prstGeom>
          <a:solidFill>
            <a:srgbClr val="1E6F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755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61848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behavioral-health boarding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110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share of boarding hours is driven by BH holds? Needs Epic ADT + psych census. Produces the denominator for any capacity investment case.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87752"/>
            <a:ext cx="8046720" cy="932688"/>
          </a:xfrm>
          <a:prstGeom prst="roundRect">
            <a:avLst>
              <a:gd name="adj" fmla="val 5882"/>
            </a:avLst>
          </a:prstGeom>
          <a:solidFill>
            <a:srgbClr val="1C3354"/>
          </a:solidFill>
          <a:ln w="12700">
            <a:solidFill>
              <a:srgbClr val="2E4B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49808" y="2834640"/>
            <a:ext cx="438912" cy="438912"/>
          </a:xfrm>
          <a:prstGeom prst="ellipse">
            <a:avLst/>
          </a:prstGeom>
          <a:solidFill>
            <a:srgbClr val="E87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2834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69748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Coverage-loss early-warning monitor</a:t>
            </a:r>
            <a:r>
              <a:rPr lang="en-US" sz="1050" i="1" dirty="0">
                <a:solidFill>
                  <a:srgbClr val="F0A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▸ ties to Medicaid work-requirement exposure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29900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Medicaid disenrollments (projected 16–30K) arriving as ED demand? Track payer mix weekly against disenrollment waves — a leading indicator, weeks ahead of the income statement.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66744"/>
            <a:ext cx="8046720" cy="932688"/>
          </a:xfrm>
          <a:prstGeom prst="roundRect">
            <a:avLst>
              <a:gd name="adj" fmla="val 5882"/>
            </a:avLst>
          </a:prstGeom>
          <a:solidFill>
            <a:srgbClr val="1C3354"/>
          </a:solidFill>
          <a:ln w="12700">
            <a:solidFill>
              <a:srgbClr val="2E4B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49808" y="3913632"/>
            <a:ext cx="438912" cy="438912"/>
          </a:xfrm>
          <a:prstGeom prst="ellipse">
            <a:avLst/>
          </a:prstGeom>
          <a:solidFill>
            <a:srgbClr val="E87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9808" y="3913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77647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census 7–14 days out</a:t>
            </a:r>
            <a:r>
              <a:rPr lang="en-US" sz="1050" i="1" dirty="0">
                <a:solidFill>
                  <a:srgbClr val="F0A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▸ ties to Medicaid work-requirement exposure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40690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census by service line to flex staffing proactively. Same forecasting problem I solved for athlete availability — constrained capacity, seasonal demand, individualized risk.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1151</Words>
  <Application>Microsoft Office PowerPoint</Application>
  <PresentationFormat>On-screen Show (16:9)</PresentationFormat>
  <Paragraphs>62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Lincoln ED Throughput Benchmark</dc:title>
  <dc:subject>PptxGenJS Presentation</dc:subject>
  <dc:creator>Alex Jardine</dc:creator>
  <cp:lastModifiedBy>Alex Jardine</cp:lastModifiedBy>
  <cp:revision>2</cp:revision>
  <dcterms:created xsi:type="dcterms:W3CDTF">2026-06-13T02:42:09Z</dcterms:created>
  <dcterms:modified xsi:type="dcterms:W3CDTF">2026-06-13T02:56:28Z</dcterms:modified>
</cp:coreProperties>
</file>